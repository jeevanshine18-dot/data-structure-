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241280" cy="1554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84E"/>
                </a:solidFill>
                <a:latin typeface="Aptos"/>
              </a:defRPr>
            </a:pPr>
            <a:r>
              <a:t>DESIGN AN ADT FOR ARRAY</a:t>
            </a:r>
          </a:p>
          <a:p>
            <a:pPr>
              <a:spcAft>
                <a:spcPts val="800"/>
              </a:spcAft>
              <a:defRPr sz="3200" b="1">
                <a:solidFill>
                  <a:srgbClr val="1F384E"/>
                </a:solidFill>
                <a:latin typeface="Aptos"/>
              </a:defRPr>
            </a:pPr>
            <a:r>
              <a:t>AND IMPLEMENT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063240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A7D66"/>
                </a:solidFill>
                <a:latin typeface="Aptos"/>
              </a:defRPr>
            </a:pPr>
            <a:r>
              <a:t>With time and space complexity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886200"/>
            <a:ext cx="1828800" cy="5486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51960"/>
            <a:ext cx="7955279" cy="10058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D3136"/>
                </a:solidFill>
                <a:latin typeface="Aptos"/>
              </a:defRPr>
            </a:pPr>
            <a:r>
              <a:t>Presented by: D Jeevanshine</a:t>
            </a:r>
          </a:p>
          <a:p>
            <a:pPr>
              <a:spcAft>
                <a:spcPts val="800"/>
              </a:spcAft>
              <a:defRPr sz="1900" b="0">
                <a:solidFill>
                  <a:srgbClr val="2D3136"/>
                </a:solidFill>
                <a:latin typeface="Aptos"/>
              </a:defRPr>
            </a:pPr>
            <a:r>
              <a:t>Register Number: 1965260019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172200"/>
            <a:ext cx="98755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972"/>
                </a:solidFill>
                <a:latin typeface="Aptos"/>
              </a:defRPr>
            </a:pPr>
            <a:r>
              <a:t>Data Structures  •  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1. What is an Abstract Data Type (ADT)?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An ADT describes a data type by its values and the operations allowed on it.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It explains what an operation does, not the internal details of how it works.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An array ADT stores a collection of elements that can be accessed using an index.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In C, the ADT can be implemented using an array and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2. Array ADT: 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Elements are stored in contiguous memory locations.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Each element is identified by an index.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A fixed-size array has a limited capacity.</a:t>
            </a:r>
          </a:p>
          <a:p>
            <a:pPr>
              <a:spcAft>
                <a:spcPts val="16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Access by index is fast, while insertion or deletion in the middle may require shifting elements.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709160"/>
            <a:ext cx="1143000" cy="594360"/>
          </a:xfrm>
          <a:prstGeom prst="roundRect">
            <a:avLst/>
          </a:prstGeom>
          <a:solidFill>
            <a:srgbClr val="EDF3F7"/>
          </a:solidFill>
          <a:ln>
            <a:solidFill>
              <a:srgbClr val="37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4E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358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972"/>
                </a:solidFill>
                <a:latin typeface="Aptos"/>
              </a:defRPr>
            </a:pPr>
            <a:r>
              <a:t>Index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709160"/>
            <a:ext cx="1143000" cy="594360"/>
          </a:xfrm>
          <a:prstGeom prst="roundRect">
            <a:avLst/>
          </a:prstGeom>
          <a:solidFill>
            <a:srgbClr val="EDF3F7"/>
          </a:solidFill>
          <a:ln>
            <a:solidFill>
              <a:srgbClr val="37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4E"/>
                </a:solidFill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5358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972"/>
                </a:solidFill>
                <a:latin typeface="Aptos"/>
              </a:defRPr>
            </a:pPr>
            <a:r>
              <a:t>Index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709160"/>
            <a:ext cx="1143000" cy="594360"/>
          </a:xfrm>
          <a:prstGeom prst="roundRect">
            <a:avLst/>
          </a:prstGeom>
          <a:solidFill>
            <a:srgbClr val="EDF3F7"/>
          </a:solidFill>
          <a:ln>
            <a:solidFill>
              <a:srgbClr val="37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4E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358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972"/>
                </a:solidFill>
                <a:latin typeface="Aptos"/>
              </a:defRPr>
            </a:pPr>
            <a:r>
              <a:t>Index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09160"/>
            <a:ext cx="1143000" cy="594360"/>
          </a:xfrm>
          <a:prstGeom prst="roundRect">
            <a:avLst/>
          </a:prstGeom>
          <a:solidFill>
            <a:srgbClr val="EDF3F7"/>
          </a:solidFill>
          <a:ln>
            <a:solidFill>
              <a:srgbClr val="37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4E"/>
                </a:solidFill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58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972"/>
                </a:solidFill>
                <a:latin typeface="Aptos"/>
              </a:defRPr>
            </a:pPr>
            <a:r>
              <a:t>Index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709160"/>
            <a:ext cx="1143000" cy="594360"/>
          </a:xfrm>
          <a:prstGeom prst="roundRect">
            <a:avLst/>
          </a:prstGeom>
          <a:solidFill>
            <a:srgbClr val="EDF3F7"/>
          </a:solidFill>
          <a:ln>
            <a:solidFill>
              <a:srgbClr val="37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4E"/>
                </a:solidFill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358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972"/>
                </a:solidFill>
                <a:latin typeface="Aptos"/>
              </a:defRPr>
            </a:pPr>
            <a:r>
              <a:t>Index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3. Operations of the Array ADT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Create / initialize: set the number of elements and store values.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Traverse: visit each element from the first index to the last.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Insert: place a new value and shift later elements to make room.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Delete: remove a value and shift remaining elements left.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Search: find the index of a given value.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Update / access: change or retrieve an element using its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4. Representation and Basic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Example declaration: int a[100];</a:t>
            </a:r>
          </a:p>
          <a:p>
            <a:pPr>
              <a:spcAft>
                <a:spcPts val="16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Valid indices are 0 to size − 1 in C.</a:t>
            </a:r>
          </a:p>
          <a:p>
            <a:pPr>
              <a:spcAft>
                <a:spcPts val="16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Keep track of the current number of elements separately from capacity.</a:t>
            </a:r>
          </a:p>
          <a:p>
            <a:pPr>
              <a:spcAft>
                <a:spcPts val="16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Before inserting, check that the array is not full.</a:t>
            </a:r>
          </a:p>
          <a:p>
            <a:pPr>
              <a:spcAft>
                <a:spcPts val="16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Before accessing or deleting, check that the index is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376991"/>
                </a:solidFill>
                <a:latin typeface="Aptos"/>
              </a:defRPr>
            </a:pPr>
            <a:r>
              <a:t>Capacity = maximum storage     |     Size = elements currently stored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5. C Implementation: Structure and Initialization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744200" cy="4800600"/>
          </a:xfrm>
          <a:prstGeom prst="roundRect">
            <a:avLst/>
          </a:prstGeom>
          <a:solidFill>
            <a:srgbClr val="EDF3F7"/>
          </a:solidFill>
          <a:ln>
            <a:solidFill>
              <a:srgbClr val="D5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46304" bIns="91440"/>
          <a:lstStyle/>
          <a:p>
            <a:pPr algn="ctr"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#define CAPACITY 100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int data[CAPACITY];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int size;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} ArrayADT;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void initialize(ArrayADT *a) {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a-&gt;size = 0;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int append(ArrayADT *a, int value) {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if (a-&gt;size &gt;= CAPACITY) return 0;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a-&gt;data[a-&gt;size] = value;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a-&gt;size++;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return 1;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6. C Implementation: Traverse and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744200" cy="4800600"/>
          </a:xfrm>
          <a:prstGeom prst="roundRect">
            <a:avLst/>
          </a:prstGeom>
          <a:solidFill>
            <a:srgbClr val="EDF3F7"/>
          </a:solidFill>
          <a:ln>
            <a:solidFill>
              <a:srgbClr val="D5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46304" bIns="91440"/>
          <a:lstStyle/>
          <a:p>
            <a:pPr algn="ctr"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void display(const ArrayADT *a) {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int i;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for (i = 0; i &lt; a-&gt;size; i++) {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    printf("%d ", a-&gt;data[i]);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printf("\n");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int search(const ArrayADT *a, int key) {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int i;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for (i = 0; i &lt; a-&gt;size; i++) {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    if (a-&gt;data[i] == key) return i;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    return -1;   /* not found */</a:t>
            </a:r>
          </a:p>
          <a:p>
            <a:pPr>
              <a:spcAft>
                <a:spcPts val="0"/>
              </a:spcAft>
              <a:defRPr sz="17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7. C Implementation: Insert and Delete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744200" cy="4800600"/>
          </a:xfrm>
          <a:prstGeom prst="roundRect">
            <a:avLst/>
          </a:prstGeom>
          <a:solidFill>
            <a:srgbClr val="EDF3F7"/>
          </a:solidFill>
          <a:ln>
            <a:solidFill>
              <a:srgbClr val="D5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46304" bIns="91440"/>
          <a:lstStyle/>
          <a:p>
            <a:pPr algn="ctr"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int insertAt(ArrayADT *a, int index, int value) {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int i;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if (a-&gt;size &gt;= CAPACITY || index &lt; 0 || index &gt; a-&gt;size)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    return 0;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for (i = a-&gt;size; i &gt; index; i--)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    a-&gt;data[i] = a-&gt;data[i - 1];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a-&gt;data[index] = value;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a-&gt;size++;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return 1;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int deleteAt(ArrayADT *a, int index) {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int i;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if (index &lt; 0 || index &gt;= a-&gt;size) return 0;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for (i = index; i &lt; a-&gt;size - 1; i++)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    a-&gt;data[i] = a-&gt;data[i + 1];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a-&gt;size--;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    return 1;</a:t>
            </a:r>
          </a:p>
          <a:p>
            <a:pPr>
              <a:spcAft>
                <a:spcPts val="0"/>
              </a:spcAft>
              <a:defRPr sz="15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8. Example: Using the Array ADT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744200" cy="4800600"/>
          </a:xfrm>
          <a:prstGeom prst="roundRect">
            <a:avLst/>
          </a:prstGeom>
          <a:solidFill>
            <a:srgbClr val="EDF3F7"/>
          </a:solidFill>
          <a:ln>
            <a:solidFill>
              <a:srgbClr val="D5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46304" bIns="91440"/>
          <a:lstStyle/>
          <a:p>
            <a:pPr algn="ctr"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int main(void) {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ArrayADT a;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initialize(&amp;a);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append(&amp;a, 10);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append(&amp;a, 20);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append(&amp;a, 30);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insertAt(&amp;a, 1, 15);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display(&amp;a);              /* 10 15 20 30 */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deleteAt(&amp;a, 2);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display(&amp;a);              /* 10 15 30 */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printf("Index of 30: %d\n", search(&amp;a, 30));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0"/>
              </a:spcAft>
              <a:defRPr sz="1600">
                <a:solidFill>
                  <a:srgbClr val="2D313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44768"/>
            <a:ext cx="1024128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Compile together with the functions shown on slides 6–8.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9. Time Complexity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26080"/>
                <a:gridCol w="4663440"/>
              </a:tblGrid>
              <a:tr h="61395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Operation</a:t>
                      </a:r>
                    </a:p>
                  </a:txBody>
                  <a:tcPr marL="109728" marR="73152" marT="64008" marB="45720">
                    <a:solidFill>
                      <a:srgbClr val="1F3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complexity</a:t>
                      </a:r>
                    </a:p>
                  </a:txBody>
                  <a:tcPr marL="109728" marR="73152" marT="64008" marB="45720">
                    <a:solidFill>
                      <a:srgbClr val="1F3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109728" marR="73152" marT="64008" marB="45720">
                    <a:solidFill>
                      <a:srgbClr val="1F384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Access by index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O(1)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Direct index calculation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Append at end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O(1)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No shifting (if space exists)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Traversal / display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Visits every element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Linear search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May check all elements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Insert at index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May shift many elements</a:t>
                      </a:r>
                    </a:p>
                  </a:txBody>
                  <a:tcPr marL="109728" marR="73152" marT="64008" marB="45720">
                    <a:solidFill>
                      <a:srgbClr val="EDF3F7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Delete at index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May shift remaining elements</a:t>
                      </a:r>
                    </a:p>
                  </a:txBody>
                  <a:tcPr marL="109728" marR="73152" marT="64008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10. Space Complexity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D3136"/>
                </a:solidFill>
                <a:latin typeface="Aptos"/>
              </a:defRPr>
            </a:pPr>
            <a:r>
              <a:t>•  The array reserves CAPACITY integer slots, so the storage is O(CAPACITY).</a:t>
            </a:r>
          </a:p>
          <a:p>
            <a:pPr>
              <a:spcAft>
                <a:spcPts val="1600"/>
              </a:spcAft>
              <a:defRPr sz="1800">
                <a:solidFill>
                  <a:srgbClr val="2D3136"/>
                </a:solidFill>
                <a:latin typeface="Aptos"/>
              </a:defRPr>
            </a:pPr>
            <a:r>
              <a:t>•  If capacity is treated as a fixed constant, the array's allocated storage is O(1) with respect to the number of stored elements.</a:t>
            </a:r>
          </a:p>
          <a:p>
            <a:pPr>
              <a:spcAft>
                <a:spcPts val="1600"/>
              </a:spcAft>
              <a:defRPr sz="1800">
                <a:solidFill>
                  <a:srgbClr val="2D3136"/>
                </a:solidFill>
                <a:latin typeface="Aptos"/>
              </a:defRPr>
            </a:pPr>
            <a:r>
              <a:t>•  The size field and loop variables use O(1) extra space.</a:t>
            </a:r>
          </a:p>
          <a:p>
            <a:pPr>
              <a:spcAft>
                <a:spcPts val="1600"/>
              </a:spcAft>
              <a:defRPr sz="1800">
                <a:solidFill>
                  <a:srgbClr val="2D3136"/>
                </a:solidFill>
                <a:latin typeface="Aptos"/>
              </a:defRPr>
            </a:pPr>
            <a:r>
              <a:t>•  The operations shown are iterative and do not use additional arrays.</a:t>
            </a:r>
          </a:p>
          <a:p>
            <a:pPr>
              <a:spcAft>
                <a:spcPts val="1600"/>
              </a:spcAft>
              <a:defRPr sz="1800">
                <a:solidFill>
                  <a:srgbClr val="2D3136"/>
                </a:solidFill>
                <a:latin typeface="Aptos"/>
              </a:defRPr>
            </a:pPr>
            <a:r>
              <a:t>•  For a dynamically sized array, storage is usually described as O(n), where n is the number of stored elements.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11. Advantages, 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Design an ADT for Array and Implement in C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5566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Advantages: simple structure, direct access by index, and easy traversal.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Limitations: fixed capacity in this implementation; insertion and deletion can require shifting.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The ADT separates the operations from the way data is stored.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C functions provide a practical implementation of the array ADT.</a:t>
            </a:r>
          </a:p>
          <a:p>
            <a:pPr>
              <a:spcAft>
                <a:spcPts val="16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Complexity summary: access O(1); search, traversal, insertion and deletion O(n) in the general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4A7D66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